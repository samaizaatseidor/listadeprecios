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Cloud ERP — Private Edition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86384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de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86384" y="3246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Private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0" cy="86868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DE REFERENCIA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5175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Alcance, cronograma e inversión de referencia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interno · Uso comercial · Sujeto a validación de alcance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incluye este baseline?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baseline de SAP Cloud ERP Private Edition, con mayor flexibilidad para procesos más complejos y extensibilidad in-app / side-by-side, manteniendo un alcance base acotado y predecible.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" y="2919313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16–24 semanas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15968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5BB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81" y="2919313"/>
            <a:ext cx="306141" cy="3061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0288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90288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PM · 4 Consultores funcionales · 1 Técnico (ABAP) · 1 Basis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991856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66176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569" y="2919313"/>
            <a:ext cx="306141" cy="30614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6176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BASELINE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66176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378,000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BASELINE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incluye y qué no incluye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2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197967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Incluido en el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251460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Finanzas (FI) y Controlling básico — 1 sociedad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 y gestión de proveedores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Ventas y distribución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inventario y almacenes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Extensibilidad in-app y side-by-side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Capacitación a usuarios clave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8FC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A97A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97967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 este baseline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Desarrollos custom más allá del alcance baseline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Integraciones a terceros más allá de PAC Certificado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Migración de datos históricos (&gt; 2 años)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Licenciamiento SAP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CONTINUAR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Premisas y supuestos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baseline para conversación comercial interna, no una cotización formal ni un contrato. Los siguientes supuestos aplican: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606040"/>
            <a:ext cx="1024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de referencia — no constituye una cotización formal; se confirma tras workshop de scoping con el cliente.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calculado sobre 1 sociedad y procesos estándar SAP con extensibilidad acotada; mayor complejidad se cotiza aparte.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provee accesos a sistemas, disponibilidad de usuarios clave y datos maestros limpios en los tiempos acordados.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incluye licenciamiento SAP — se gestiona directamente entre el cliente y SAP.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Cronograma sujeto a disponibilidad de recursos de ambas partes y fecha de arranque confirmada.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METODOLOGÍA SAP ACTIVATE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Cronograma de referencia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Seguimos la metodología estándar SAP Activate en sus 5 fases (Preparación, Exploración, Realización, Preparación final y Go-live), adaptada a un alcance baseline. Duración total estimada: 16–24 semanas; varía según disponibilidad de datos y decisiones del cliente.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" y="2971800"/>
            <a:ext cx="909412" cy="502920"/>
          </a:xfrm>
          <a:prstGeom prst="rect">
            <a:avLst/>
          </a:prstGeom>
          <a:solidFill>
            <a:srgbClr val="0E1E3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66160"/>
            <a:ext cx="96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Preparación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867912"/>
            <a:ext cx="96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96380" y="2971800"/>
            <a:ext cx="1873689" cy="50292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11" name="Text 8"/>
          <p:cNvSpPr/>
          <p:nvPr/>
        </p:nvSpPr>
        <p:spPr>
          <a:xfrm>
            <a:off x="1796380" y="3566160"/>
            <a:ext cx="19285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Exploración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796380" y="3867912"/>
            <a:ext cx="1928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sem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79797" y="2971800"/>
            <a:ext cx="4766518" cy="502920"/>
          </a:xfrm>
          <a:prstGeom prst="rect">
            <a:avLst/>
          </a:prstGeom>
          <a:solidFill>
            <a:srgbClr val="33B4DD"/>
          </a:solidFill>
          <a:ln/>
        </p:spPr>
      </p:sp>
      <p:sp>
        <p:nvSpPr>
          <p:cNvPr id="14" name="Text 11"/>
          <p:cNvSpPr/>
          <p:nvPr/>
        </p:nvSpPr>
        <p:spPr>
          <a:xfrm>
            <a:off x="3779797" y="3566160"/>
            <a:ext cx="4821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Realización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79797" y="3867912"/>
            <a:ext cx="4821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sem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56043" y="2971800"/>
            <a:ext cx="1873689" cy="50292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17" name="Text 14"/>
          <p:cNvSpPr/>
          <p:nvPr/>
        </p:nvSpPr>
        <p:spPr>
          <a:xfrm>
            <a:off x="8656043" y="3566160"/>
            <a:ext cx="19285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Prep. final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56043" y="3867912"/>
            <a:ext cx="1928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sem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639460" y="2971800"/>
            <a:ext cx="909412" cy="502920"/>
          </a:xfrm>
          <a:prstGeom prst="rect">
            <a:avLst/>
          </a:prstGeom>
          <a:solidFill>
            <a:srgbClr val="0E1E3F"/>
          </a:solidFill>
          <a:ln/>
        </p:spPr>
      </p:sp>
      <p:sp>
        <p:nvSpPr>
          <p:cNvPr id="20" name="Text 17"/>
          <p:cNvSpPr/>
          <p:nvPr/>
        </p:nvSpPr>
        <p:spPr>
          <a:xfrm>
            <a:off x="10639460" y="3566160"/>
            <a:ext cx="964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Go-live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639460" y="3867912"/>
            <a:ext cx="96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TÍPICO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 del proyecto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578608" cy="29260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0A12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24" y="2337572"/>
            <a:ext cx="335768" cy="335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017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Manager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96112" y="36576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Gobierno, cronograma, reporting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64992" y="1920240"/>
            <a:ext cx="2578608" cy="29260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21024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1E5BB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036" y="2337572"/>
            <a:ext cx="335768" cy="335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21024" y="3017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Consultores funcionales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621024" y="36576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Finanzas, Compras/Ventas, Inventario, PP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089904" y="1920240"/>
            <a:ext cx="2578608" cy="29260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45936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0A122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948" y="2337572"/>
            <a:ext cx="335768" cy="3357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5936" y="3017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Técnico ABAP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45936" y="36576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Extensiones y desarrollos baseline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814816" y="1920240"/>
            <a:ext cx="2578608" cy="29260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070848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1E5BB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860" y="2337572"/>
            <a:ext cx="335768" cy="3357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70848" y="30175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070848" y="36576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Administración de sistema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BASELINE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1207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referencia total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5852160" cy="3383280"/>
          </a:xfrm>
          <a:prstGeom prst="roundRect">
            <a:avLst>
              <a:gd name="adj" fmla="val 270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CLOUD ERP — PRIVATE EDITION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3017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</a:t>
            </a:r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378,000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— sujeto a alcance final tras workshop de scoping.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95160" y="2286000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51192" y="25054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2631643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2432304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16–24 semanas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285292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duración estimada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95160" y="3419856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51192" y="36393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3765499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566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roles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955280" y="398678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típico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995160" y="4553712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51192" y="4773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79" y="4899355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70001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módulos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955280" y="512064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incluidos en baseline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8" y="1234440"/>
            <a:ext cx="2377440" cy="969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¿Listos para empezar?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Hablemos de tu proyecto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interna de SEIDOR — no constituye una cotización formal.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seidor.com  ·  SEIDOR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SEIDOR — SAP Cloud ERP — Private Edition — Alcance baseline</dc:title>
  <dc:subject>PptxGenJS Presentation</dc:subject>
  <dc:creator>SEIDOR</dc:creator>
  <cp:lastModifiedBy>SEIDOR</cp:lastModifiedBy>
  <cp:revision>1</cp:revision>
  <dcterms:created xsi:type="dcterms:W3CDTF">2026-08-06T17:24:19Z</dcterms:created>
  <dcterms:modified xsi:type="dcterms:W3CDTF">2026-08-06T17:24:19Z</dcterms:modified>
</cp:coreProperties>
</file>